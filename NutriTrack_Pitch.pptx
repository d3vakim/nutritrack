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1A936F">
              <a:alpha val="20000"/>
            </a:srgbClr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2DC653">
              <a:alpha val="1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114800"/>
            <a:ext cx="1097280" cy="1097280"/>
          </a:xfrm>
          <a:prstGeom prst="ellipse">
            <a:avLst/>
          </a:prstGeom>
          <a:solidFill>
            <a:srgbClr val="2DC653">
              <a:alpha val="3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0116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1430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NUTRITRACK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58368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saúde monitorada de forma inteligente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788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Nutrição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61488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1488" y="2788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64608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2788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67728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67728" y="2788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com Flutter  •  Multiplataforma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pessoas têm dificuldade em: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4206240" cy="402336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600200"/>
            <a:ext cx="6400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16002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a alimentação diária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093976"/>
            <a:ext cx="4206240" cy="402336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093976"/>
            <a:ext cx="6400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0939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hábitos saudáveis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587752"/>
            <a:ext cx="4206240" cy="402336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587752"/>
            <a:ext cx="6400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25877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física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081528"/>
            <a:ext cx="4206240" cy="402336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081528"/>
            <a:ext cx="6400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30815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metas nutricionais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575304"/>
            <a:ext cx="4206240" cy="402336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575304"/>
            <a:ext cx="64008" cy="40233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35753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consistência na dieta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1143000"/>
            <a:ext cx="3931920" cy="365760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Aplicativos atuais também falham: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0" y="1828800"/>
            <a:ext cx="274320" cy="2743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13248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Complexos demais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13248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alta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0" y="2743200"/>
            <a:ext cx="274320" cy="2743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13248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confusas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1324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usabilidade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0" y="3657600"/>
            <a:ext cx="274320" cy="2743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13248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personalização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13248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IA nutricional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moderna e inteligente que permite: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645920"/>
            <a:ext cx="2651760" cy="12344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645920"/>
            <a:ext cx="265176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012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75488" y="23042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Refeições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46120" y="1645920"/>
            <a:ext cx="2651760" cy="12344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46120" y="1645920"/>
            <a:ext cx="265176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828800"/>
            <a:ext cx="365760" cy="365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337560" y="1783080"/>
            <a:ext cx="457200" cy="457200"/>
          </a:xfrm>
          <a:prstGeom prst="ellipse">
            <a:avLst/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84048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355848" y="23042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Calorias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26480" y="1645920"/>
            <a:ext cx="2651760" cy="12344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26480" y="1645920"/>
            <a:ext cx="265176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0"/>
            <a:ext cx="365760" cy="3657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72084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236208" y="23042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Evolução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65760" y="3108960"/>
            <a:ext cx="2651760" cy="12344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" y="3108960"/>
            <a:ext cx="265176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91840"/>
            <a:ext cx="365760" cy="36576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6012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75488" y="376732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Metas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246120" y="3108960"/>
            <a:ext cx="2651760" cy="12344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246120" y="3108960"/>
            <a:ext cx="265176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291840"/>
            <a:ext cx="365760" cy="36576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3337560" y="3246120"/>
            <a:ext cx="457200" cy="457200"/>
          </a:xfrm>
          <a:prstGeom prst="ellipse">
            <a:avLst/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8404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3355848" y="376732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Progresso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126480" y="3108960"/>
            <a:ext cx="2651760" cy="12344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126480" y="3108960"/>
            <a:ext cx="265176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291840"/>
            <a:ext cx="365760" cy="365760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6217920" y="3246120"/>
            <a:ext cx="457200" cy="457200"/>
          </a:xfrm>
          <a:prstGeom prst="ellipse">
            <a:avLst/>
          </a:prstGeom>
          <a:solidFill>
            <a:srgbClr val="2A3A42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72084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6236208" y="376732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Dispositivos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031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4160520" cy="160020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64008" cy="1600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3716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4632" y="1965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intuitivo, responsivo e pensado para a melhor experiência do usuário.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54880" y="1188720"/>
            <a:ext cx="4160520" cy="160020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54880" y="1188720"/>
            <a:ext cx="64008" cy="1600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716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1353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919472" y="1965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• iOS • Windows • Linux • macOS • Web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20040" y="2971800"/>
            <a:ext cx="4160520" cy="160020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20040" y="2971800"/>
            <a:ext cx="64008" cy="1600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546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136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Futura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84632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nutricional, recomendações smart e automação alimentar no roadmap.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754880" y="2971800"/>
            <a:ext cx="4160520" cy="160020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54880" y="2971800"/>
            <a:ext cx="64008" cy="16002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15468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32120" y="3136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4919472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preparada para crescimento rápido e alto volume de usuários.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17043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no Projeto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5943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274320" cy="2743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6459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multiplataforma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14016"/>
            <a:ext cx="274320" cy="274320"/>
          </a:xfrm>
          <a:prstGeom prst="ellipse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30428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 de desenvolvimento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5943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72384"/>
            <a:ext cx="274320" cy="274320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626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296265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autenticação e cloud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30752"/>
            <a:ext cx="274320" cy="274320"/>
          </a:xfrm>
          <a:prstGeom prst="ellipse">
            <a:avLst/>
          </a:prstGeom>
          <a:solidFill>
            <a:srgbClr val="0075CE"/>
          </a:solidFill>
          <a:ln w="12700">
            <a:solidFill>
              <a:srgbClr val="0075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2102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362102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local no dispositivo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8412480" cy="5943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89120"/>
            <a:ext cx="274320" cy="274320"/>
          </a:xfrm>
          <a:prstGeom prst="ellipse">
            <a:avLst/>
          </a:prstGeom>
          <a:solidFill>
            <a:srgbClr val="6E5494"/>
          </a:solidFill>
          <a:ln w="12700">
            <a:solidFill>
              <a:srgbClr val="6E54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79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42793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e controle de código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74904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4023360" cy="4572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Funcionalidades Atuais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28600" cy="2286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completa do sistema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228600" cy="2286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304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inicial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228600" cy="2286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9626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moderna e responsiva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228600" cy="22860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210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multiplataforma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4023360" cy="374904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097280"/>
            <a:ext cx="4023360" cy="4572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247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Funcionalidades Futuras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664208"/>
            <a:ext cx="201168" cy="201168"/>
          </a:xfrm>
          <a:prstGeom prst="rect">
            <a:avLst/>
          </a:prstGeom>
          <a:solidFill>
            <a:srgbClr val="444444"/>
          </a:solidFill>
          <a:ln w="12700">
            <a:solidFill>
              <a:srgbClr val="88D9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6276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nutricional integrada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2148840"/>
            <a:ext cx="201168" cy="201168"/>
          </a:xfrm>
          <a:prstGeom prst="rect">
            <a:avLst/>
          </a:prstGeom>
          <a:solidFill>
            <a:srgbClr val="444444"/>
          </a:solidFill>
          <a:ln w="12700">
            <a:solidFill>
              <a:srgbClr val="88D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1122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de alimentos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633472"/>
            <a:ext cx="201168" cy="201168"/>
          </a:xfrm>
          <a:prstGeom prst="rect">
            <a:avLst/>
          </a:prstGeom>
          <a:solidFill>
            <a:srgbClr val="444444"/>
          </a:solidFill>
          <a:ln w="12700">
            <a:solidFill>
              <a:srgbClr val="88D9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259689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inteligente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3118104"/>
            <a:ext cx="201168" cy="201168"/>
          </a:xfrm>
          <a:prstGeom prst="rect">
            <a:avLst/>
          </a:prstGeom>
          <a:solidFill>
            <a:srgbClr val="444444"/>
          </a:solidFill>
          <a:ln w="12700">
            <a:solidFill>
              <a:srgbClr val="88D9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0815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e conquistas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37760" y="3602736"/>
            <a:ext cx="201168" cy="201168"/>
          </a:xfrm>
          <a:prstGeom prst="rect">
            <a:avLst/>
          </a:prstGeom>
          <a:solidFill>
            <a:srgbClr val="444444"/>
          </a:solidFill>
          <a:ln w="12700">
            <a:solidFill>
              <a:srgbClr val="88D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5661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fitness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4087368"/>
            <a:ext cx="201168" cy="201168"/>
          </a:xfrm>
          <a:prstGeom prst="rect">
            <a:avLst/>
          </a:prstGeom>
          <a:solidFill>
            <a:srgbClr val="444444"/>
          </a:solidFill>
          <a:ln w="12700">
            <a:solidFill>
              <a:srgbClr val="88D9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40507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Smartwatch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697480" cy="14630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43000"/>
            <a:ext cx="269748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2618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11480" y="19385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de Apps de Saúde (2024)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97480" cy="14630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143000"/>
            <a:ext cx="269748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12618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337560" y="19385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projetado até 2028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1143000"/>
            <a:ext cx="2697480" cy="146304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1143000"/>
            <a:ext cx="269748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2618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263640" y="19385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de apps fitness no mundo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6576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que impulsionam o crescimento: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5760" y="3346704"/>
            <a:ext cx="256032" cy="25603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273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da preocupação global com saúde e bem-estar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00600" y="3346704"/>
            <a:ext cx="256032" cy="25603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6360" y="3273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do uso de smartphones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65760" y="4032504"/>
            <a:ext cx="256032" cy="25603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959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Digitalização completa do setor fitness e nutricional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00600" y="4032504"/>
            <a:ext cx="256032" cy="25603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66360" y="3959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soluções personalizadas e com IA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focados em: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2468880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556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Emagrecimento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08960" y="1554480"/>
            <a:ext cx="2468880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75564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Massa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852160" y="1554480"/>
            <a:ext cx="2468880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175564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Reeducação Alimentar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65760" y="2560320"/>
            <a:ext cx="2468880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761488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3108960" y="2560320"/>
            <a:ext cx="2468880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2761488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5760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Acomp. Nutricional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029200" y="1143000"/>
            <a:ext cx="3749040" cy="3566160"/>
          </a:xfrm>
          <a:prstGeom prst="rect">
            <a:avLst/>
          </a:prstGeom>
          <a:solidFill>
            <a:srgbClr val="142030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5029200" y="1143000"/>
            <a:ext cx="3749040" cy="4572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120640" y="1170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B2B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166360" y="1691640"/>
            <a:ext cx="34747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166360" y="1691640"/>
            <a:ext cx="54864" cy="8229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330952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330952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nutricional de alunos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166360" y="2679192"/>
            <a:ext cx="34747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166360" y="2679192"/>
            <a:ext cx="54864" cy="8229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5330952" y="27523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Nutricionistas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5330952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acompanhamento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166360" y="3666744"/>
            <a:ext cx="347472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166360" y="3666744"/>
            <a:ext cx="54864" cy="8229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330952" y="37398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Trainers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5330952" y="4078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integrado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MONETIZAÇÃO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743200" cy="365760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43000"/>
            <a:ext cx="2743200" cy="548640"/>
          </a:xfrm>
          <a:prstGeom prst="rect">
            <a:avLst/>
          </a:prstGeom>
          <a:solidFill>
            <a:srgbClr val="2A3A42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70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Funcionalidades básicas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de refeições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3337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Cálculo calórico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3840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Metas simples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37560" y="1143000"/>
            <a:ext cx="2743200" cy="3657600"/>
          </a:xfrm>
          <a:prstGeom prst="rect">
            <a:avLst/>
          </a:prstGeom>
          <a:solidFill>
            <a:srgbClr val="142030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143000"/>
            <a:ext cx="2743200" cy="54864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11704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290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XX/mês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429000" y="2331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 nutricional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42900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Relatórios avançados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429000" y="33375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Integração cloud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429000" y="3840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Recursos exclusivos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429000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Suporte prioritário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55080" y="1143000"/>
            <a:ext cx="2468880" cy="365760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55080" y="1143000"/>
            <a:ext cx="2468880" cy="548640"/>
          </a:xfrm>
          <a:prstGeom prst="rect">
            <a:avLst/>
          </a:prstGeom>
          <a:solidFill>
            <a:srgbClr val="2A3A42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11704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73952" y="1847088"/>
            <a:ext cx="228600" cy="228600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84848" y="1801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73952" y="2505456"/>
            <a:ext cx="228600" cy="228600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73952" y="3163824"/>
            <a:ext cx="228600" cy="228600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84848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fitness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73952" y="3822192"/>
            <a:ext cx="228600" cy="228600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84848" y="3776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 saúde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7498080" cy="0"/>
          </a:xfrm>
          <a:prstGeom prst="line">
            <a:avLst/>
          </a:prstGeom>
          <a:noFill/>
          <a:ln w="25400">
            <a:solidFill>
              <a:srgbClr val="2A3A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34440" y="1874520"/>
            <a:ext cx="548640" cy="54864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514600"/>
            <a:ext cx="2743200" cy="246888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514600"/>
            <a:ext cx="27432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6 meses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2706624"/>
            <a:ext cx="201168" cy="20116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26517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de usuários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64992"/>
            <a:ext cx="201168" cy="20116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33101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alimentar completo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4023360"/>
            <a:ext cx="201168" cy="20116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39684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gráficos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42232" y="1874520"/>
            <a:ext cx="548640" cy="548640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64992" y="2514600"/>
            <a:ext cx="2743200" cy="246888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64992" y="2514600"/>
            <a:ext cx="2743200" cy="64008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56432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18 meses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0" y="2706624"/>
            <a:ext cx="201168" cy="20116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67328" y="26517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nutricional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474720" y="3364992"/>
            <a:ext cx="201168" cy="20116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67328" y="33101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avançados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474720" y="4023360"/>
            <a:ext cx="201168" cy="201168"/>
          </a:xfrm>
          <a:prstGeom prst="ellipse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67328" y="39684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cloud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050024" y="1874520"/>
            <a:ext cx="548640" cy="548640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72784" y="2514600"/>
            <a:ext cx="2743200" cy="2468880"/>
          </a:xfrm>
          <a:prstGeom prst="rect">
            <a:avLst/>
          </a:prstGeom>
          <a:solidFill>
            <a:srgbClr val="142030"/>
          </a:solidFill>
          <a:ln w="12700">
            <a:solidFill>
              <a:srgbClr val="2A3A4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72784" y="2514600"/>
            <a:ext cx="2743200" cy="64008"/>
          </a:xfrm>
          <a:prstGeom prst="rect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64224" y="1261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364224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meses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382512" y="2706624"/>
            <a:ext cx="201168" cy="201168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75120" y="26517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382512" y="3364992"/>
            <a:ext cx="201168" cy="201168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75120" y="331012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fitness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382512" y="4023360"/>
            <a:ext cx="201168" cy="201168"/>
          </a:xfrm>
          <a:prstGeom prst="ellipse">
            <a:avLst/>
          </a:prstGeom>
          <a:solidFill>
            <a:srgbClr val="4D96FF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75120" y="39684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inteligente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936F"/>
          </a:solidFill>
          <a:ln w="12700">
            <a:solidFill>
              <a:srgbClr val="1A936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8288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288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NutriTrack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&amp; Saúde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0" y="4572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o NutriTrack em uma plataforma inteligente de saúde e nutrição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14800" y="1691640"/>
            <a:ext cx="292608" cy="2926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16002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Praticidade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26280" y="19202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fácil em qualquer dispositivo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0" y="2514600"/>
            <a:ext cx="292608" cy="2926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4231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26280" y="27432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adaptada ao usuário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0" y="3337560"/>
            <a:ext cx="292608" cy="2926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3246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Inteligente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26280" y="35661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insights com IA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14800" y="4160520"/>
            <a:ext cx="292608" cy="2926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4069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26280" y="4389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 e inclusivo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7315200" cy="7315200"/>
          </a:xfrm>
          <a:prstGeom prst="ellipse">
            <a:avLst/>
          </a:prstGeom>
          <a:solidFill>
            <a:srgbClr val="1A936F">
              <a:alpha val="12000"/>
            </a:srgbClr>
          </a:solidFill>
          <a:ln w="12700">
            <a:solidFill>
              <a:srgbClr val="1A93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-731520"/>
            <a:ext cx="5486400" cy="5486400"/>
          </a:xfrm>
          <a:prstGeom prst="ellipse">
            <a:avLst/>
          </a:prstGeom>
          <a:solidFill>
            <a:srgbClr val="2DC653">
              <a:alpha val="10000"/>
            </a:srgbClr>
          </a:solidFill>
          <a:ln w="12700">
            <a:solidFill>
              <a:srgbClr val="2DC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5029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NUTRITRACK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 saúde caminhando juntas.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3154680"/>
            <a:ext cx="329184" cy="329184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controle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17520" y="3154680"/>
            <a:ext cx="329184" cy="329184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saúde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3154680"/>
            <a:ext cx="329184" cy="329184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38912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organização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60" y="3154680"/>
            <a:ext cx="329184" cy="329184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hábitos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Projeto em evolução contínua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NutriTrack Pitch</dc:title>
  <dc:subject>PptxGenJS Presentation</dc:subject>
  <dc:creator>PptxGenJS</dc:creator>
  <cp:lastModifiedBy>PptxGenJS</cp:lastModifiedBy>
  <cp:revision>1</cp:revision>
  <dcterms:created xsi:type="dcterms:W3CDTF">2026-05-17T15:49:42Z</dcterms:created>
  <dcterms:modified xsi:type="dcterms:W3CDTF">2026-05-17T15:49:42Z</dcterms:modified>
</cp:coreProperties>
</file>